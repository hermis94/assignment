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6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28600" y="1303019"/>
            <a:ext cx="2400300" cy="1714500"/>
          </a:xfrm>
        </p:spPr>
        <p:txBody>
          <a:bodyPr>
            <a:noAutofit/>
          </a:bodyPr>
          <a:lstStyle/>
          <a:p>
            <a:r>
              <a:rPr lang="en-US" sz="1500" b="1" dirty="0">
                <a:latin typeface="Arial Black" panose="020B0A04020102020204" pitchFamily="34" charset="0"/>
              </a:rPr>
              <a:t>DMI ST </a:t>
            </a:r>
            <a:r>
              <a:rPr lang="en-US" sz="1500" b="1" dirty="0" smtClean="0">
                <a:latin typeface="Arial Black" panose="020B0A04020102020204" pitchFamily="34" charset="0"/>
              </a:rPr>
              <a:t>JOHN THE BAPTIST UNIVERSITY, MANGOCHI CAMPUS</a:t>
            </a:r>
            <a:endParaRPr lang="en-US" sz="1500" b="1" dirty="0">
              <a:latin typeface="Arial Black" panose="020B0A04020102020204" pitchFamily="34" charset="0"/>
            </a:endParaRPr>
          </a:p>
        </p:txBody>
      </p:sp>
      <p:pic>
        <p:nvPicPr>
          <p:cNvPr id="7" name="Content Placeholder 6" descr="1519896252414"/>
          <p:cNvPicPr>
            <a:picLocks noGrp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4948" y="1418279"/>
            <a:ext cx="3948073" cy="361683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 Placeholder 5"/>
          <p:cNvSpPr>
            <a:spLocks noGrp="1"/>
          </p:cNvSpPr>
          <p:nvPr>
            <p:ph type="body" sz="half" idx="2"/>
          </p:nvPr>
        </p:nvSpPr>
        <p:spPr>
          <a:xfrm>
            <a:off x="228600" y="3299714"/>
            <a:ext cx="2845675" cy="2858691"/>
          </a:xfrm>
        </p:spPr>
        <p:txBody>
          <a:bodyPr/>
          <a:lstStyle/>
          <a:p>
            <a:r>
              <a:rPr lang="en-US" sz="1800" dirty="0" smtClean="0">
                <a:latin typeface="Bodoni MT Black" panose="02070A03080606020203" pitchFamily="18" charset="0"/>
              </a:rPr>
              <a:t>COMMUNITY VOLUNTEER TRACKER</a:t>
            </a:r>
            <a:endParaRPr lang="en-US" sz="1800" dirty="0" smtClean="0">
              <a:latin typeface="Bodoni MT Black" panose="02070A03080606020203" pitchFamily="18" charset="0"/>
            </a:endParaRPr>
          </a:p>
          <a:p>
            <a:endParaRPr lang="en-US" sz="1800" dirty="0" smtClean="0"/>
          </a:p>
          <a:p>
            <a:r>
              <a:rPr lang="en-US" b="1" dirty="0" smtClean="0"/>
              <a:t>STUDENT </a:t>
            </a:r>
            <a:r>
              <a:rPr lang="en-US" b="1" dirty="0" smtClean="0"/>
              <a:t>NAME :HERMIS MAKAWA</a:t>
            </a:r>
            <a:endParaRPr lang="en-US" dirty="0" smtClean="0"/>
          </a:p>
          <a:p>
            <a:r>
              <a:rPr lang="en-US" b="1" dirty="0" smtClean="0"/>
              <a:t>REG NUMBER    : </a:t>
            </a:r>
            <a:r>
              <a:rPr lang="en-US" dirty="0" smtClean="0"/>
              <a:t>21313351018</a:t>
            </a:r>
            <a:endParaRPr lang="en-US" dirty="0" smtClean="0"/>
          </a:p>
          <a:p>
            <a:r>
              <a:rPr lang="en-US" dirty="0"/>
              <a:t>MODULE NAME:MOBILE APPLICATION AND DEVELOPMENT</a:t>
            </a:r>
            <a:endParaRPr lang="en-US" dirty="0"/>
          </a:p>
          <a:p>
            <a:r>
              <a:rPr lang="en-US" dirty="0"/>
              <a:t>ASSIGNMENT 1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The Community Volunteer Tracker is a mobile app designed to record and manage volunteer activities.</a:t>
            </a:r>
          </a:p>
          <a:p>
            <a:pPr>
              <a:defRPr sz="1800"/>
            </a:pPr>
            <a:r>
              <a:t>Encourages community involvement by tracking events such as clean-up drives, charity visits, and outreach programs.</a:t>
            </a:r>
          </a:p>
          <a:p>
            <a:pPr>
              <a:defRPr sz="1800"/>
            </a:pPr>
            <a:r>
              <a:t>Helps volunteers and organizers monitor participation and contributions.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Many community events lack proper tracking of volunteer participation.</a:t>
            </a:r>
          </a:p>
          <a:p>
            <a:pPr>
              <a:defRPr sz="1800"/>
            </a:pPr>
            <a:r>
              <a:t>Manual record-keeping leads to data loss and inaccuracy.</a:t>
            </a:r>
          </a:p>
          <a:p>
            <a:pPr>
              <a:defRPr sz="1800"/>
            </a:pPr>
            <a:r>
              <a:t>Need for a centralized, easy-to-use digital platform to record and analyze volunteer work.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Develop a mobile app that records volunteer activities efficiently.</a:t>
            </a:r>
          </a:p>
          <a:p>
            <a:pPr>
              <a:defRPr sz="1800"/>
            </a:pPr>
            <a:r>
              <a:t>Provide an interface for viewing and managing event details.</a:t>
            </a:r>
          </a:p>
          <a:p>
            <a:pPr>
              <a:defRPr sz="1800"/>
            </a:pPr>
            <a:r>
              <a:t>Generate reports of volunteer participation.</a:t>
            </a:r>
          </a:p>
          <a:p>
            <a:pPr>
              <a:defRPr sz="1800"/>
            </a:pPr>
            <a:r>
              <a:t>Encourage consistency and recognition of community service.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 / System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Tools Used: Android Studio, Java/Kotlin, Firebase/SQLite.</a:t>
            </a:r>
          </a:p>
          <a:p>
            <a:pPr>
              <a:defRPr sz="1800"/>
            </a:pPr>
            <a:r>
              <a:t>Process:</a:t>
            </a:r>
          </a:p>
          <a:p>
            <a:pPr>
              <a:defRPr sz="1800"/>
            </a:pPr>
            <a:r>
              <a:t>1. Requirement analysis</a:t>
            </a:r>
          </a:p>
          <a:p>
            <a:pPr>
              <a:defRPr sz="1800"/>
            </a:pPr>
            <a:r>
              <a:t>2. UI/UX design</a:t>
            </a:r>
          </a:p>
          <a:p>
            <a:pPr>
              <a:defRPr sz="1800"/>
            </a:pPr>
            <a:r>
              <a:t>3. Database integration</a:t>
            </a:r>
          </a:p>
          <a:p>
            <a:pPr>
              <a:defRPr sz="1800"/>
            </a:pPr>
            <a:r>
              <a:t>4. App testing and debugging</a:t>
            </a:r>
          </a:p>
          <a:p>
            <a:pPr>
              <a:defRPr sz="1800"/>
            </a:pPr>
            <a:r>
              <a:t>System Features:</a:t>
            </a:r>
          </a:p>
          <a:p>
            <a:pPr>
              <a:defRPr sz="1800"/>
            </a:pPr>
            <a:r>
              <a:t>- User registration/login</a:t>
            </a:r>
          </a:p>
          <a:p>
            <a:pPr>
              <a:defRPr sz="1800"/>
            </a:pPr>
            <a:r>
              <a:t>- Add/view volunteer activities</a:t>
            </a:r>
          </a:p>
          <a:p>
            <a:pPr>
              <a:defRPr sz="1800"/>
            </a:pPr>
            <a:r>
              <a:t>- Edit/delete records</a:t>
            </a:r>
          </a:p>
          <a:p>
            <a:pPr>
              <a:defRPr sz="1800"/>
            </a:pPr>
            <a:r>
              <a:t>- Activity history display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 Screenshots (Sample)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Insert screenshots of:</a:t>
            </a:r>
          </a:p>
          <a:p>
            <a:pPr>
              <a:defRPr sz="1800"/>
            </a:pPr>
            <a:r>
              <a:t>- Home Screen</a:t>
            </a:r>
          </a:p>
          <a:p>
            <a:pPr>
              <a:defRPr sz="1800"/>
            </a:pPr>
            <a:r>
              <a:t>- Add Volunteer Activity Form</a:t>
            </a:r>
          </a:p>
          <a:p>
            <a:pPr>
              <a:defRPr sz="1800"/>
            </a:pPr>
            <a:r>
              <a:t>- Activity List / History</a:t>
            </a:r>
          </a:p>
          <a:p>
            <a:pPr>
              <a:defRPr sz="1800"/>
            </a:pPr>
            <a:r>
              <a:t>- Event Details Page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and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Successfully developed a working Android app.</a:t>
            </a:r>
          </a:p>
          <a:p>
            <a:pPr>
              <a:defRPr sz="1800"/>
            </a:pPr>
            <a:r>
              <a:t>Simplifies recording and tracking of volunteer events.</a:t>
            </a:r>
          </a:p>
          <a:p>
            <a:pPr>
              <a:defRPr sz="1800"/>
            </a:pPr>
            <a:r>
              <a:t>Enhances community engagement and accountability.</a:t>
            </a:r>
          </a:p>
          <a:p>
            <a:pPr>
              <a:defRPr sz="1800"/>
            </a:pPr>
            <a:r>
              <a:t>Can be extended with analytics or location tracking in future updates.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and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The app demonstrates the potential of mobile solutions for community management.</a:t>
            </a:r>
          </a:p>
          <a:p>
            <a:pPr>
              <a:defRPr sz="1800"/>
            </a:pPr>
            <a:r>
              <a:t>Future enhancements may include:</a:t>
            </a:r>
          </a:p>
          <a:p>
            <a:pPr>
              <a:defRPr sz="1800"/>
            </a:pPr>
            <a:r>
              <a:t>- Cloud data sync</a:t>
            </a:r>
          </a:p>
          <a:p>
            <a:pPr>
              <a:defRPr sz="1800"/>
            </a:pPr>
            <a:r>
              <a:t>- Push notifications</a:t>
            </a:r>
          </a:p>
          <a:p>
            <a:pPr>
              <a:defRPr sz="1800"/>
            </a:pPr>
            <a:r>
              <a:t>- Event reminders</a:t>
            </a:r>
          </a:p>
          <a:p>
            <a:pPr>
              <a:defRPr sz="1800"/>
            </a:pPr>
            <a:r>
              <a:t>- Integration with NGOs or community organizations.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>THANK YOU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1894</Words>
  <Application>WPS Presentation</Application>
  <PresentationFormat>On-screen Show (4:3)</PresentationFormat>
  <Paragraphs>70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0" baseType="lpstr">
      <vt:lpstr>Arial</vt:lpstr>
      <vt:lpstr>SimSun</vt:lpstr>
      <vt:lpstr>Wingdings</vt:lpstr>
      <vt:lpstr>Arial</vt:lpstr>
      <vt:lpstr>Arial Black</vt:lpstr>
      <vt:lpstr>Bodoni MT Black</vt:lpstr>
      <vt:lpstr>Segoe Print</vt:lpstr>
      <vt:lpstr>Calibri</vt:lpstr>
      <vt:lpstr>Microsoft YaHei</vt:lpstr>
      <vt:lpstr>Arial Unicode MS</vt:lpstr>
      <vt:lpstr>Office Theme</vt:lpstr>
      <vt:lpstr>DMI ST JOHN THE BAPTIST UNIVERSITY, MANGOCHI CAMPUS</vt:lpstr>
      <vt:lpstr>Introduction</vt:lpstr>
      <vt:lpstr>Problem Statement</vt:lpstr>
      <vt:lpstr>Objectives</vt:lpstr>
      <vt:lpstr>Methodology / System Design</vt:lpstr>
      <vt:lpstr>App Screenshots (Sample)</vt:lpstr>
      <vt:lpstr>Results and Discussion</vt:lpstr>
      <vt:lpstr>Conclusion and Future Work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Hermis Makawa</cp:lastModifiedBy>
  <cp:revision>4</cp:revision>
  <dcterms:created xsi:type="dcterms:W3CDTF">2013-01-27T09:14:00Z</dcterms:created>
  <dcterms:modified xsi:type="dcterms:W3CDTF">2025-11-14T19:47:20Z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D578061DC606476DB9C20F573ADFC600_12</vt:lpwstr>
  </property>
  <property fmtid="{D5CDD505-2E9C-101B-9397-08002B2CF9AE}" pid="3" name="KSOProductBuildVer">
    <vt:lpwstr>1033-12.2.0.21931</vt:lpwstr>
  </property>
</Properties>
</file>