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" y="1303019"/>
            <a:ext cx="2400300" cy="1714500"/>
          </a:xfrm>
        </p:spPr>
        <p:txBody>
          <a:bodyPr>
            <a:noAutofit/>
          </a:bodyPr>
          <a:lstStyle/>
          <a:p>
            <a:r>
              <a:rPr lang="en-US" sz="1500" b="1" dirty="0">
                <a:latin typeface="Arial Black" panose="020B0A04020102020204" pitchFamily="34" charset="0"/>
              </a:rPr>
              <a:t>DMI ST </a:t>
            </a:r>
            <a:r>
              <a:rPr lang="en-US" sz="1500" b="1" dirty="0" smtClean="0">
                <a:latin typeface="Arial Black" panose="020B0A04020102020204" pitchFamily="34" charset="0"/>
              </a:rPr>
              <a:t>JOHN THE BAPTIST UNIVERSITY, MANGOCHI CAMPUS</a:t>
            </a:r>
            <a:endParaRPr lang="en-US" sz="1500" b="1" dirty="0">
              <a:latin typeface="Arial Black" panose="020B0A04020102020204" pitchFamily="34" charset="0"/>
            </a:endParaRPr>
          </a:p>
        </p:txBody>
      </p:sp>
      <p:pic>
        <p:nvPicPr>
          <p:cNvPr id="7" name="Content Placeholder 6" descr="1519896252414"/>
          <p:cNvPicPr>
            <a:picLocks noGrp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948" y="1418279"/>
            <a:ext cx="3948073" cy="36168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228600" y="3299714"/>
            <a:ext cx="2845675" cy="2858691"/>
          </a:xfrm>
        </p:spPr>
        <p:txBody>
          <a:bodyPr/>
          <a:lstStyle/>
          <a:p>
            <a:r>
              <a:rPr lang="en-US" sz="1800" dirty="0" smtClean="0">
                <a:latin typeface="Bodoni MT Black" panose="02070A03080606020203" pitchFamily="18" charset="0"/>
              </a:rPr>
              <a:t>SMART WASTER COLLECTOR REMINDER</a:t>
            </a:r>
            <a:endParaRPr lang="en-US" sz="1800" dirty="0" smtClean="0">
              <a:latin typeface="Bodoni MT Black" panose="02070A03080606020203" pitchFamily="18" charset="0"/>
            </a:endParaRPr>
          </a:p>
          <a:p>
            <a:endParaRPr lang="en-US" sz="1800" dirty="0" smtClean="0"/>
          </a:p>
          <a:p>
            <a:r>
              <a:rPr lang="en-US" b="1" dirty="0" smtClean="0"/>
              <a:t>STUDENT </a:t>
            </a:r>
            <a:r>
              <a:rPr lang="en-US" b="1" dirty="0" smtClean="0"/>
              <a:t>NAME :HERMIS MAKAWA</a:t>
            </a:r>
            <a:endParaRPr lang="en-US" dirty="0" smtClean="0"/>
          </a:p>
          <a:p>
            <a:r>
              <a:rPr lang="en-US" b="1" dirty="0" smtClean="0"/>
              <a:t>REG NUMBER    : </a:t>
            </a:r>
            <a:r>
              <a:rPr lang="en-US" dirty="0" smtClean="0"/>
              <a:t>21313351018</a:t>
            </a:r>
            <a:endParaRPr lang="en-US" dirty="0" smtClean="0"/>
          </a:p>
          <a:p>
            <a:r>
              <a:rPr lang="en-US" dirty="0"/>
              <a:t>MODULE NAME:MOBILE APPLICATION AND DEVELOPMENT</a:t>
            </a:r>
            <a:endParaRPr lang="en-US" dirty="0"/>
          </a:p>
          <a:p>
            <a:r>
              <a:rPr lang="en-US" dirty="0"/>
              <a:t>ASSIGNMENT 2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Smart Waste Collection Reminder app helps users stay informed about waste collection days based on their residential area. It aims to improve community cleanliness and waste management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Notify users of waste collection days per area</a:t>
            </a:r>
          </a:p>
          <a:p>
            <a:r>
              <a:t>• Provide a simple, user-friendly interface</a:t>
            </a:r>
          </a:p>
          <a:p>
            <a:r>
              <a:t>• Store and manage schedules using SQLite</a:t>
            </a:r>
          </a:p>
          <a:p>
            <a:r>
              <a:t>• Send automatic reminders via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SQLite database for schedule storage</a:t>
            </a:r>
          </a:p>
          <a:p>
            <a:r>
              <a:t>• RecyclerView to display collection schedules</a:t>
            </a:r>
          </a:p>
          <a:p>
            <a:r>
              <a:t>• Scheduled notifications for reminders</a:t>
            </a:r>
          </a:p>
          <a:p>
            <a:r>
              <a:t>• User-friendly design and easy navigation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 follows the Model-View-Controller (MVC) architecture:</a:t>
            </a:r>
          </a:p>
          <a:p>
            <a:r>
              <a:t>• Model: SQLite database for storing schedules</a:t>
            </a:r>
          </a:p>
          <a:p>
            <a:r>
              <a:t>• View: RecyclerView for displaying data</a:t>
            </a:r>
          </a:p>
          <a:p>
            <a:r>
              <a:t>• Controller: Notification and scheduling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Functional mobile app that reminds users of collection days</a:t>
            </a:r>
          </a:p>
          <a:p>
            <a:r>
              <a:t>• Improved public participation in waste management</a:t>
            </a:r>
          </a:p>
          <a:p>
            <a:r>
              <a:t>• Enhanced community cleanliness and organization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Home screen</a:t>
            </a:r>
          </a:p>
          <a:p>
            <a:r>
              <a:t>• Schedule list view</a:t>
            </a:r>
          </a:p>
          <a:p>
            <a:r>
              <a:t>• Notification reminder 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Smart Waste Collection Reminder app provides a practical digital solution to manage waste collection reminders efficiently. It contributes to cleaner and more organized communities.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THANK YOU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          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1451</Words>
  <Application>WPS Presentation</Application>
  <PresentationFormat>On-screen Show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Arial Black</vt:lpstr>
      <vt:lpstr>Bodoni MT Black</vt:lpstr>
      <vt:lpstr>Segoe Print</vt:lpstr>
      <vt:lpstr>Office Theme</vt:lpstr>
      <vt:lpstr>DMI ST JOHN THE BAPTIST UNIVERSITY, MANGOCHI CAMPUS</vt:lpstr>
      <vt:lpstr>Introduction</vt:lpstr>
      <vt:lpstr>Objectives</vt:lpstr>
      <vt:lpstr>System Features</vt:lpstr>
      <vt:lpstr>System Design</vt:lpstr>
      <vt:lpstr>Expected Outcome</vt:lpstr>
      <vt:lpstr>App Screenshots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Hermis Makawa</cp:lastModifiedBy>
  <cp:revision>4</cp:revision>
  <dcterms:created xsi:type="dcterms:W3CDTF">2013-01-27T09:14:00Z</dcterms:created>
  <dcterms:modified xsi:type="dcterms:W3CDTF">2025-11-14T19:54:03Z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C74A5A909D434C769C90E4257CB0B2E3_12</vt:lpwstr>
  </property>
  <property fmtid="{D5CDD505-2E9C-101B-9397-08002B2CF9AE}" pid="3" name="KSOProductBuildVer">
    <vt:lpwstr>1033-12.2.0.21931</vt:lpwstr>
  </property>
</Properties>
</file>